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2560320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Optional subtitle or occasion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Presenter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 · Civil &amp; Environmental Engineering · UCLA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 · Month DD, YYYY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0" y="681228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10" name="Shape 7"/>
          <p:cNvSpPr/>
          <p:nvPr/>
        </p:nvSpPr>
        <p:spPr>
          <a:xfrm>
            <a:off x="4062984" y="681228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1" name="Shape 8"/>
          <p:cNvSpPr/>
          <p:nvPr/>
        </p:nvSpPr>
        <p:spPr>
          <a:xfrm>
            <a:off x="8125968" y="681228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60000"/>
                  </a:srgbClr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2377440" cy="54864"/>
          </a:xfrm>
          <a:prstGeom prst="rect">
            <a:avLst/>
          </a:prstGeom>
          <a:solidFill>
            <a:srgbClr val="F5C518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Slide Title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point goes here — keep each to one line where possible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 point with supporting detail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Sub-point for elaboration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Third point</a:t>
            </a:r>
            <a:endParaRPr lang="en-US" sz="1800" dirty="0"/>
          </a:p>
        </p:txBody>
      </p:sp>
      <p:pic>
        <p:nvPicPr>
          <p:cNvPr id="7" name="Image 0" descr="logo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1234440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Two-Panel Slide Title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85C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Left panel heading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1E0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Right panel heading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011680"/>
            <a:ext cx="5120640" cy="3474720"/>
          </a:xfrm>
          <a:prstGeom prst="rect">
            <a:avLst/>
          </a:prstGeom>
          <a:solidFill>
            <a:srgbClr val="F4F4F1"/>
          </a:solidFill>
          <a:ln w="9525">
            <a:solidFill>
              <a:srgbClr val="DFE0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Figure / image placeholder</a:t>
            </a:r>
            <a:endParaRPr lang="en-US" sz="1200" dirty="0"/>
          </a:p>
        </p:txBody>
      </p:sp>
      <p:pic>
        <p:nvPicPr>
          <p:cNvPr id="11" name="Image 0" descr="logo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1234440" cy="26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4316" y="1554480"/>
            <a:ext cx="2560320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32004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85C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0" y="681228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9" name="Shape 6"/>
          <p:cNvSpPr/>
          <p:nvPr/>
        </p:nvSpPr>
        <p:spPr>
          <a:xfrm>
            <a:off x="4062984" y="681228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7"/>
          <p:cNvSpPr/>
          <p:nvPr/>
        </p:nvSpPr>
        <p:spPr>
          <a:xfrm>
            <a:off x="8125968" y="681228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2026-09-06T01:11:50Z</dcterms:created>
  <dcterms:modified xsi:type="dcterms:W3CDTF">2026-09-06T01:11:50Z</dcterms:modified>
</cp:coreProperties>
</file>