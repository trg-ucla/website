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45720"/>
          </a:xfrm>
          <a:prstGeom prst="rect">
            <a:avLst/>
          </a:prstGeom>
          <a:solidFill>
            <a:srgbClr val="3D85C6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45720"/>
          </a:xfrm>
          <a:prstGeom prst="rect">
            <a:avLst/>
          </a:prstGeom>
          <a:solidFill>
            <a:srgbClr val="8B1E0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97312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i="1" dirty="0">
                <a:solidFill>
                  <a:srgbClr val="2774A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UCLA</a:t>
            </a:r>
            <a:endParaRPr lang="en-US" sz="2600" dirty="0"/>
          </a:p>
        </p:txBody>
      </p:sp>
      <p:pic>
        <p:nvPicPr>
          <p:cNvPr id="6" name="Image 0" descr="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2560320" cy="1234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Presentation Title Goes Here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Optional subtitle or occasion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Presenter Name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Taciroglu Research Group · Civil &amp; Environmental Engineering · UCLA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tacirogluresearch.org · Month DD, YYYY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6812280"/>
            <a:ext cx="4062984" cy="45720"/>
          </a:xfrm>
          <a:prstGeom prst="rect">
            <a:avLst/>
          </a:prstGeom>
          <a:solidFill>
            <a:srgbClr val="3D85C6"/>
          </a:solidFill>
          <a:ln/>
        </p:spPr>
      </p:sp>
      <p:sp>
        <p:nvSpPr>
          <p:cNvPr id="11" name="Shape 8"/>
          <p:cNvSpPr/>
          <p:nvPr/>
        </p:nvSpPr>
        <p:spPr>
          <a:xfrm>
            <a:off x="4062984" y="6812280"/>
            <a:ext cx="4062984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Shape 9"/>
          <p:cNvSpPr/>
          <p:nvPr/>
        </p:nvSpPr>
        <p:spPr>
          <a:xfrm>
            <a:off x="8125968" y="6812280"/>
            <a:ext cx="4062984" cy="45720"/>
          </a:xfrm>
          <a:prstGeom prst="rect">
            <a:avLst/>
          </a:prstGeom>
          <a:solidFill>
            <a:srgbClr val="8B1E0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85C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288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60000"/>
                  </a:srgb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08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2377440" cy="54864"/>
          </a:xfrm>
          <a:prstGeom prst="rect">
            <a:avLst/>
          </a:prstGeom>
          <a:solidFill>
            <a:srgbClr val="F5C51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45720"/>
          </a:xfrm>
          <a:prstGeom prst="rect">
            <a:avLst/>
          </a:prstGeom>
          <a:solidFill>
            <a:srgbClr val="3D85C6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45720"/>
          </a:xfrm>
          <a:prstGeom prst="rect">
            <a:avLst/>
          </a:prstGeom>
          <a:solidFill>
            <a:srgbClr val="8B1E0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Content Slide Title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4630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2C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point goes here — keep each to one line where possible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2C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Second point with supporting detail</a:t>
            </a:r>
            <a:endParaRPr lang="en-US" sz="1800" dirty="0"/>
          </a:p>
          <a:p>
            <a:pPr lvl="1" marL="6858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2C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Sub-point for elaboration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2C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Third point</a:t>
            </a:r>
            <a:endParaRPr lang="en-US" sz="1800" dirty="0"/>
          </a:p>
        </p:txBody>
      </p:sp>
      <p:pic>
        <p:nvPicPr>
          <p:cNvPr id="7" name="Image 0" descr="logo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1234440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722876" y="6345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tacirogluresearch.org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3459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45720"/>
          </a:xfrm>
          <a:prstGeom prst="rect">
            <a:avLst/>
          </a:prstGeom>
          <a:solidFill>
            <a:srgbClr val="3D85C6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45720"/>
          </a:xfrm>
          <a:prstGeom prst="rect">
            <a:avLst/>
          </a:prstGeom>
          <a:solidFill>
            <a:srgbClr val="8B1E0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Two-Panel Slide Title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5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Left panel heading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C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 one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C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 two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Right panel heading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2011680"/>
            <a:ext cx="5120640" cy="3474720"/>
          </a:xfrm>
          <a:prstGeom prst="rect">
            <a:avLst/>
          </a:prstGeom>
          <a:solidFill>
            <a:srgbClr val="F4F4F1"/>
          </a:solidFill>
          <a:ln w="9525">
            <a:solidFill>
              <a:srgbClr val="DFE0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Figure / image placeholder</a:t>
            </a:r>
            <a:endParaRPr lang="en-US" sz="1200" dirty="0"/>
          </a:p>
        </p:txBody>
      </p:sp>
      <p:pic>
        <p:nvPicPr>
          <p:cNvPr id="11" name="Image 0" descr="logo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82512"/>
            <a:ext cx="1234440" cy="26517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722876" y="6345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tacirogluresearch.org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3459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45720"/>
          </a:xfrm>
          <a:prstGeom prst="rect">
            <a:avLst/>
          </a:prstGeom>
          <a:solidFill>
            <a:srgbClr val="3D85C6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45720"/>
          </a:xfrm>
          <a:prstGeom prst="rect">
            <a:avLst/>
          </a:prstGeom>
          <a:solidFill>
            <a:srgbClr val="8B1E0E"/>
          </a:solidFill>
          <a:ln/>
        </p:spPr>
      </p:sp>
      <p:pic>
        <p:nvPicPr>
          <p:cNvPr id="5" name="Image 0" descr="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4316" y="1554480"/>
            <a:ext cx="2560320" cy="1234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2004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85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tacirogluresearch.org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0" y="484632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UCLA  ·  Civil &amp; Environmental Engineering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6812280"/>
            <a:ext cx="4062984" cy="45720"/>
          </a:xfrm>
          <a:prstGeom prst="rect">
            <a:avLst/>
          </a:prstGeom>
          <a:solidFill>
            <a:srgbClr val="3D85C6"/>
          </a:solidFill>
          <a:ln/>
        </p:spPr>
      </p:sp>
      <p:sp>
        <p:nvSpPr>
          <p:cNvPr id="10" name="Shape 7"/>
          <p:cNvSpPr/>
          <p:nvPr/>
        </p:nvSpPr>
        <p:spPr>
          <a:xfrm>
            <a:off x="4062984" y="6812280"/>
            <a:ext cx="4062984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1" name="Shape 8"/>
          <p:cNvSpPr/>
          <p:nvPr/>
        </p:nvSpPr>
        <p:spPr>
          <a:xfrm>
            <a:off x="8125968" y="6812280"/>
            <a:ext cx="4062984" cy="45720"/>
          </a:xfrm>
          <a:prstGeom prst="rect">
            <a:avLst/>
          </a:prstGeom>
          <a:solidFill>
            <a:srgbClr val="8B1E0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2026-09-06T01:19:19Z</dcterms:created>
  <dcterms:modified xsi:type="dcterms:W3CDTF">2026-09-06T01:19:19Z</dcterms:modified>
</cp:coreProperties>
</file>