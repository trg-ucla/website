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45720"/>
          </a:xfrm>
          <a:prstGeom prst="rect">
            <a:avLst/>
          </a:prstGeom>
          <a:solidFill>
            <a:srgbClr val="B26B12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45720"/>
          </a:xfrm>
          <a:prstGeom prst="rect">
            <a:avLst/>
          </a:prstGeom>
          <a:solidFill>
            <a:srgbClr val="14806A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45720"/>
          </a:xfrm>
          <a:prstGeom prst="rect">
            <a:avLst/>
          </a:prstGeom>
          <a:solidFill>
            <a:srgbClr val="C64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97312" y="320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i="1" dirty="0">
                <a:solidFill>
                  <a:srgbClr val="2774A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UCLA</a:t>
            </a:r>
            <a:endParaRPr lang="en-US" sz="2600" dirty="0"/>
          </a:p>
        </p:txBody>
      </p:sp>
      <p:pic>
        <p:nvPicPr>
          <p:cNvPr id="6" name="Image 0" descr="medallion-t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1051560" cy="10515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117043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 Research Group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UCLA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Presentation Title Goes Here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1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Natural hazards engineering at regional scales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5C61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Presenter Name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61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 Research Group · Civil &amp; Environmental Engineering · UCLA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61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tacirogluresearch.org · Month DD, YYYY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E2A2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62984" cy="45720"/>
          </a:xfrm>
          <a:prstGeom prst="rect">
            <a:avLst/>
          </a:prstGeom>
          <a:solidFill>
            <a:srgbClr val="B26B12"/>
          </a:solidFill>
          <a:ln/>
        </p:spPr>
      </p:sp>
      <p:sp>
        <p:nvSpPr>
          <p:cNvPr id="4" name="Shape 2"/>
          <p:cNvSpPr/>
          <p:nvPr/>
        </p:nvSpPr>
        <p:spPr>
          <a:xfrm>
            <a:off x="4062984" y="0"/>
            <a:ext cx="4062984" cy="45720"/>
          </a:xfrm>
          <a:prstGeom prst="rect">
            <a:avLst/>
          </a:prstGeom>
          <a:solidFill>
            <a:srgbClr val="14806A"/>
          </a:solidFill>
          <a:ln/>
        </p:spPr>
      </p:sp>
      <p:sp>
        <p:nvSpPr>
          <p:cNvPr id="5" name="Shape 3"/>
          <p:cNvSpPr/>
          <p:nvPr/>
        </p:nvSpPr>
        <p:spPr>
          <a:xfrm>
            <a:off x="8125968" y="0"/>
            <a:ext cx="4062984" cy="45720"/>
          </a:xfrm>
          <a:prstGeom prst="rect">
            <a:avLst/>
          </a:prstGeom>
          <a:solidFill>
            <a:srgbClr val="C647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9D6D0">
                    <a:alpha val="55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795528" cy="54864"/>
          </a:xfrm>
          <a:prstGeom prst="rect">
            <a:avLst/>
          </a:prstGeom>
          <a:solidFill>
            <a:srgbClr val="B26B12"/>
          </a:solidFill>
          <a:ln/>
        </p:spPr>
      </p:sp>
      <p:sp>
        <p:nvSpPr>
          <p:cNvPr id="9" name="Shape 7"/>
          <p:cNvSpPr/>
          <p:nvPr/>
        </p:nvSpPr>
        <p:spPr>
          <a:xfrm>
            <a:off x="1618488" y="4297680"/>
            <a:ext cx="795528" cy="54864"/>
          </a:xfrm>
          <a:prstGeom prst="rect">
            <a:avLst/>
          </a:prstGeom>
          <a:solidFill>
            <a:srgbClr val="14806A"/>
          </a:solidFill>
          <a:ln/>
        </p:spPr>
      </p:sp>
      <p:sp>
        <p:nvSpPr>
          <p:cNvPr id="10" name="Shape 8"/>
          <p:cNvSpPr/>
          <p:nvPr/>
        </p:nvSpPr>
        <p:spPr>
          <a:xfrm>
            <a:off x="2414016" y="4297680"/>
            <a:ext cx="795528" cy="54864"/>
          </a:xfrm>
          <a:prstGeom prst="rect">
            <a:avLst/>
          </a:prstGeom>
          <a:solidFill>
            <a:srgbClr val="C6472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45720"/>
          </a:xfrm>
          <a:prstGeom prst="rect">
            <a:avLst/>
          </a:prstGeom>
          <a:solidFill>
            <a:srgbClr val="B26B12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45720"/>
          </a:xfrm>
          <a:prstGeom prst="rect">
            <a:avLst/>
          </a:prstGeom>
          <a:solidFill>
            <a:srgbClr val="14806A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45720"/>
          </a:xfrm>
          <a:prstGeom prst="rect">
            <a:avLst/>
          </a:prstGeom>
          <a:solidFill>
            <a:srgbClr val="C64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Content Slide 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1463040" cy="41148"/>
          </a:xfrm>
          <a:prstGeom prst="rect">
            <a:avLst/>
          </a:prstGeom>
          <a:solidFill>
            <a:srgbClr val="1480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554480"/>
            <a:ext cx="10515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point goes here — keep each to one line where possible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Second point with supporting detail</a:t>
            </a:r>
            <a:endParaRPr lang="en-US" sz="1800" dirty="0"/>
          </a:p>
          <a:p>
            <a:pPr lvl="1" marL="6858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Sub-point for elaboration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Third point</a:t>
            </a:r>
            <a:endParaRPr lang="en-US" sz="1800" dirty="0"/>
          </a:p>
        </p:txBody>
      </p:sp>
      <p:pic>
        <p:nvPicPr>
          <p:cNvPr id="8" name="Image 0" descr="medall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45936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6345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1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 Research Group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722876" y="6345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1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tacirogluresearch.org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345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1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2984" cy="45720"/>
          </a:xfrm>
          <a:prstGeom prst="rect">
            <a:avLst/>
          </a:prstGeom>
          <a:solidFill>
            <a:srgbClr val="B26B12"/>
          </a:solidFill>
          <a:ln/>
        </p:spPr>
      </p:sp>
      <p:sp>
        <p:nvSpPr>
          <p:cNvPr id="3" name="Shape 1"/>
          <p:cNvSpPr/>
          <p:nvPr/>
        </p:nvSpPr>
        <p:spPr>
          <a:xfrm>
            <a:off x="4062984" y="0"/>
            <a:ext cx="4062984" cy="45720"/>
          </a:xfrm>
          <a:prstGeom prst="rect">
            <a:avLst/>
          </a:prstGeom>
          <a:solidFill>
            <a:srgbClr val="14806A"/>
          </a:solidFill>
          <a:ln/>
        </p:spPr>
      </p:sp>
      <p:sp>
        <p:nvSpPr>
          <p:cNvPr id="4" name="Shape 2"/>
          <p:cNvSpPr/>
          <p:nvPr/>
        </p:nvSpPr>
        <p:spPr>
          <a:xfrm>
            <a:off x="8125968" y="0"/>
            <a:ext cx="4062984" cy="45720"/>
          </a:xfrm>
          <a:prstGeom prst="rect">
            <a:avLst/>
          </a:prstGeom>
          <a:solidFill>
            <a:srgbClr val="C647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Three-Panel Slide 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3520440" cy="4023360"/>
          </a:xfrm>
          <a:prstGeom prst="rect">
            <a:avLst/>
          </a:prstGeom>
          <a:solidFill>
            <a:srgbClr val="F7EFE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6B1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Earthquake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8600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 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 two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36008" y="1463040"/>
            <a:ext cx="3520440" cy="4023360"/>
          </a:xfrm>
          <a:prstGeom prst="rect">
            <a:avLst/>
          </a:prstGeom>
          <a:solidFill>
            <a:srgbClr val="E6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10328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80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Hurricane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228600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 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 two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49056" y="1463040"/>
            <a:ext cx="3520440" cy="4023360"/>
          </a:xfrm>
          <a:prstGeom prst="rect">
            <a:avLst/>
          </a:prstGeom>
          <a:solidFill>
            <a:srgbClr val="FAEC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23376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4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Wildfire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723376" y="228600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 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D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 two</a:t>
            </a:r>
            <a:endParaRPr lang="en-US" sz="1400" dirty="0"/>
          </a:p>
        </p:txBody>
      </p:sp>
      <p:pic>
        <p:nvPicPr>
          <p:cNvPr id="15" name="Image 0" descr="medall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45936"/>
            <a:ext cx="310896" cy="31089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6345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1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 Research Group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722876" y="6345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1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tacirogluresearch.org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345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1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62984" cy="45720"/>
          </a:xfrm>
          <a:prstGeom prst="rect">
            <a:avLst/>
          </a:prstGeom>
          <a:solidFill>
            <a:srgbClr val="B26B12"/>
          </a:solidFill>
          <a:ln/>
        </p:spPr>
      </p:sp>
      <p:sp>
        <p:nvSpPr>
          <p:cNvPr id="4" name="Shape 2"/>
          <p:cNvSpPr/>
          <p:nvPr/>
        </p:nvSpPr>
        <p:spPr>
          <a:xfrm>
            <a:off x="4062984" y="0"/>
            <a:ext cx="4062984" cy="45720"/>
          </a:xfrm>
          <a:prstGeom prst="rect">
            <a:avLst/>
          </a:prstGeom>
          <a:solidFill>
            <a:srgbClr val="14806A"/>
          </a:solidFill>
          <a:ln/>
        </p:spPr>
      </p:sp>
      <p:sp>
        <p:nvSpPr>
          <p:cNvPr id="5" name="Shape 3"/>
          <p:cNvSpPr/>
          <p:nvPr/>
        </p:nvSpPr>
        <p:spPr>
          <a:xfrm>
            <a:off x="8125968" y="0"/>
            <a:ext cx="4062984" cy="45720"/>
          </a:xfrm>
          <a:prstGeom prst="rect">
            <a:avLst/>
          </a:prstGeom>
          <a:solidFill>
            <a:srgbClr val="C6472A"/>
          </a:solidFill>
          <a:ln/>
        </p:spPr>
      </p:sp>
      <p:pic>
        <p:nvPicPr>
          <p:cNvPr id="6" name="Image 0" descr="medallion-tri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73736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31089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0" y="40233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6D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tacirogluresearch.org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0" y="475488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D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UCLA  ·  Civil &amp; Environmental Engineering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2026-09-06T01:19:19Z</dcterms:created>
  <dcterms:modified xsi:type="dcterms:W3CDTF">2026-09-06T01:19:19Z</dcterms:modified>
</cp:coreProperties>
</file>