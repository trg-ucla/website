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5" name="Image 0" descr="medallion-t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1170432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UCLA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hazards engineering at regional scales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Presenter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 · Civil &amp; Environmental Engineering · UCLA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 · Month DD, YYYY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E2A2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D6D0">
                    <a:alpha val="55000"/>
                  </a:srgbClr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795528" cy="54864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9" name="Shape 7"/>
          <p:cNvSpPr/>
          <p:nvPr/>
        </p:nvSpPr>
        <p:spPr>
          <a:xfrm>
            <a:off x="1618488" y="4297680"/>
            <a:ext cx="795528" cy="54864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10" name="Shape 8"/>
          <p:cNvSpPr/>
          <p:nvPr/>
        </p:nvSpPr>
        <p:spPr>
          <a:xfrm>
            <a:off x="2414016" y="4297680"/>
            <a:ext cx="795528" cy="54864"/>
          </a:xfrm>
          <a:prstGeom prst="rect">
            <a:avLst/>
          </a:prstGeom>
          <a:solidFill>
            <a:srgbClr val="C6472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1463040" cy="41148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554480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point goes here — keep each to one line where possible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 point with supporting detail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Sub-point for elaboration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Third point</a:t>
            </a:r>
            <a:endParaRPr lang="en-US" sz="1800" dirty="0"/>
          </a:p>
        </p:txBody>
      </p:sp>
      <p:pic>
        <p:nvPicPr>
          <p:cNvPr id="8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Three-Panel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463040"/>
            <a:ext cx="3520440" cy="4023360"/>
          </a:xfrm>
          <a:prstGeom prst="rect">
            <a:avLst/>
          </a:prstGeom>
          <a:solidFill>
            <a:srgbClr val="F7EFE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6B1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Earthquake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36008" y="1463040"/>
            <a:ext cx="3520440" cy="4023360"/>
          </a:xfrm>
          <a:prstGeom prst="rect">
            <a:avLst/>
          </a:prstGeom>
          <a:solidFill>
            <a:srgbClr val="E6F2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0328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80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Hurricane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49056" y="1463040"/>
            <a:ext cx="3520440" cy="4023360"/>
          </a:xfrm>
          <a:prstGeom prst="rect">
            <a:avLst/>
          </a:prstGeom>
          <a:solidFill>
            <a:srgbClr val="FAEC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23376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4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Wildfire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723376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pic>
        <p:nvPicPr>
          <p:cNvPr id="15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6" name="Image 0" descr="medallion-tri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73736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0" y="3108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0" y="40233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6D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0" y="475488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6D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UCLA  ·  Civil &amp; Environmental Engineering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2026-09-06T01:19:44Z</dcterms:created>
  <dcterms:modified xsi:type="dcterms:W3CDTF">2026-09-06T01:19:44Z</dcterms:modified>
</cp:coreProperties>
</file>